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43"/>
  </p:normalViewPr>
  <p:slideViewPr>
    <p:cSldViewPr snapToGrid="0">
      <p:cViewPr varScale="1">
        <p:scale>
          <a:sx n="85" d="100"/>
          <a:sy n="85" d="100"/>
        </p:scale>
        <p:origin x="192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B06AA-896E-7FE5-1FEF-893F99AA75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7F075D-B85F-186F-AE6D-D930A20068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58BC07-C7BB-D56E-1D7B-703BBEB71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10C3-8974-424E-93D7-8FFA93676E22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21699-FFFF-2878-1045-D044655E0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3A86F-E009-BA14-74C6-65D45F5A4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EF96C-5911-6940-B4D0-9468D7839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252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AABBB-2CDB-ECCA-3143-FF50C5041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2C3BE-9F21-FFBB-A66E-69DC5FD53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C2868-7CEF-7E51-65DF-42F1A3FAB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10C3-8974-424E-93D7-8FFA93676E22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168DF-6081-6885-6B50-9B3EE0CDE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AE52B-6C49-8E61-D5C5-4F4AC1411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EF96C-5911-6940-B4D0-9468D7839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221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ABEEC-0940-7CEC-C6B0-C6BDF0383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DDF98D-6D75-C238-B6A2-3D527C6DF5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1D8A24-2B9D-76BC-8B36-AB70F0FCE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10C3-8974-424E-93D7-8FFA93676E22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5FFFA-7B8A-F491-3379-2FB390680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BB653E-B13B-40BB-6AA7-B3C80742F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EF96C-5911-6940-B4D0-9468D7839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516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BDB7D-A25B-C261-62E3-BC119C24A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A6057-CC5F-D0C0-88BF-33391CBBF1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57C7AE-70DB-6202-FE3D-5573B86C4B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EB42A8-1550-A539-8C4D-9BE9D597D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10C3-8974-424E-93D7-8FFA93676E22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45F4F6-0550-0C63-C857-DFBEA91EE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C8542-C735-0158-4C66-BBF24E896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EF96C-5911-6940-B4D0-9468D7839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862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08341-E165-C8B6-CF85-1B636BE1B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1687D9-89C6-CD23-EF53-A504845DC9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D19CF4-EE70-1972-3274-1B91C2C2F9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B702A5-9A3C-9F46-DDC8-2D5D3D4E84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E01105-6D19-58CA-449A-CCC661ECAA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A1F217-91B4-AB86-DB81-404FC93EC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10C3-8974-424E-93D7-8FFA93676E22}" type="datetimeFigureOut">
              <a:rPr lang="en-US" smtClean="0"/>
              <a:t>4/27/26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5D1B7C-33FB-1206-12D4-B786E68FC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0701FF-C669-2823-63B2-2BE9B543B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EF96C-5911-6940-B4D0-9468D7839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237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D7E48-0474-4CB9-F947-44D71FB40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D4B20C-F624-EF2D-C27B-26205DAEF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10C3-8974-424E-93D7-8FFA93676E22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345495-9914-B643-9797-4CA9B1358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042508-B9A2-950F-89E4-B41F47FC6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EF96C-5911-6940-B4D0-9468D7839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240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007123-AF58-12EE-E475-6FFD906C7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10C3-8974-424E-93D7-8FFA93676E22}" type="datetimeFigureOut">
              <a:rPr lang="en-US" smtClean="0"/>
              <a:t>4/27/26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246760-956E-73E4-616B-B789E3FF5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8CFF00-59C9-3DBB-50EE-AA9F71D09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EF96C-5911-6940-B4D0-9468D7839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320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54A1A-B591-48A9-17B0-080CB2974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39EE1-4DEC-CA97-CE7A-DE3A4D0E0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F04AF4-5EB3-0380-FBF0-ADF75EB940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908D91-0EFF-BECE-835D-71C2903A4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10C3-8974-424E-93D7-8FFA93676E22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780BD-F45B-1E3E-C922-242BA4287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65D73E-CC5E-1CC1-A206-92F0A5563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EF96C-5911-6940-B4D0-9468D7839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742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3AAC8-63F9-E3C5-19A1-067D79256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CC7A5E-6F3A-2FCA-D8BC-1D24EBF62D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201362-F15D-E510-49B8-6492A641F9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9E67D3-608B-31E3-012F-DDDE56C77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10C3-8974-424E-93D7-8FFA93676E22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08F934-E345-6E17-C616-3BE087FEE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FA8DB3-0C9A-D24F-A9D5-E2AEC1875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EF96C-5911-6940-B4D0-9468D7839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861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3DA93-6FD7-4437-EA25-466E750AD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A5677C-AF30-74FD-FAC5-ED426CAA7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0BEAD7-5B6C-FCA3-3786-9BAF3245D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10C3-8974-424E-93D7-8FFA93676E22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EBAE6-28AA-85AE-6C9F-07D56BE01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664E3-4BE3-E883-0E57-5C264E078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EF96C-5911-6940-B4D0-9468D7839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707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86BC90-90DE-E9A9-A44A-8852FC4999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4F43D9-8571-1448-0B6F-B287048A35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93324-61E5-69B8-E3BE-1DD6A8B82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10C3-8974-424E-93D7-8FFA93676E22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AB6A1B-CE2E-BBBA-928C-4FBC84DB3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8C5B9-8969-CDA6-3AAB-50DDEF4DB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EF96C-5911-6940-B4D0-9468D7839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892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078911-1AED-04DF-18A6-CB088718B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395EE6-EEE3-63FC-124C-2F7A59DAF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B4E19-C087-987A-9047-69BDF325B6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3F10C3-8974-424E-93D7-8FFA93676E22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8F147-49E5-0675-8BFC-9501FB780E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905A0-C4F2-D51E-748E-005A139B1B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8EF96C-5911-6940-B4D0-9468D7839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262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47E30CA-FBA8-00FE-A76C-D028DE7BE1B9}"/>
              </a:ext>
            </a:extLst>
          </p:cNvPr>
          <p:cNvSpPr/>
          <p:nvPr/>
        </p:nvSpPr>
        <p:spPr>
          <a:xfrm>
            <a:off x="2663852" y="1923269"/>
            <a:ext cx="2766349" cy="19325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C6B68F-2243-C89C-E3AD-A60E3655C3CA}"/>
              </a:ext>
            </a:extLst>
          </p:cNvPr>
          <p:cNvSpPr/>
          <p:nvPr/>
        </p:nvSpPr>
        <p:spPr>
          <a:xfrm>
            <a:off x="2663852" y="5844142"/>
            <a:ext cx="2766349" cy="8721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2FE620-818F-2480-05BF-52C612419158}"/>
              </a:ext>
            </a:extLst>
          </p:cNvPr>
          <p:cNvSpPr txBox="1"/>
          <p:nvPr/>
        </p:nvSpPr>
        <p:spPr>
          <a:xfrm>
            <a:off x="3464780" y="2724747"/>
            <a:ext cx="792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Zhang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3EC203-2CB0-4C13-E9C2-FE5A1D24B39F}"/>
              </a:ext>
            </a:extLst>
          </p:cNvPr>
          <p:cNvSpPr txBox="1"/>
          <p:nvPr/>
        </p:nvSpPr>
        <p:spPr>
          <a:xfrm>
            <a:off x="3111062" y="6016941"/>
            <a:ext cx="1746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Chinese papers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FA9462-06B9-D920-E889-61DE831A67CE}"/>
              </a:ext>
            </a:extLst>
          </p:cNvPr>
          <p:cNvSpPr txBox="1"/>
          <p:nvPr/>
        </p:nvSpPr>
        <p:spPr>
          <a:xfrm>
            <a:off x="3509801" y="0"/>
            <a:ext cx="13739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CODEX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AD8602-57D9-C558-A7D4-9D0FDCA4522F}"/>
              </a:ext>
            </a:extLst>
          </p:cNvPr>
          <p:cNvSpPr txBox="1"/>
          <p:nvPr/>
        </p:nvSpPr>
        <p:spPr>
          <a:xfrm>
            <a:off x="1621162" y="479983"/>
            <a:ext cx="50027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Goal: get all published data in the same format</a:t>
            </a:r>
          </a:p>
          <a:p>
            <a:r>
              <a:rPr lang="en-US" dirty="0"/>
              <a:t>By province and antibiotics, report mean and max value, in any unit as reported in papers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45D1C4-63B2-371B-D71B-170F31D7B77E}"/>
              </a:ext>
            </a:extLst>
          </p:cNvPr>
          <p:cNvSpPr/>
          <p:nvPr/>
        </p:nvSpPr>
        <p:spPr>
          <a:xfrm>
            <a:off x="6856702" y="2197553"/>
            <a:ext cx="2766349" cy="409743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65A3F6-BE91-F547-83CA-77C7BCF3B9B7}"/>
              </a:ext>
            </a:extLst>
          </p:cNvPr>
          <p:cNvSpPr txBox="1"/>
          <p:nvPr/>
        </p:nvSpPr>
        <p:spPr>
          <a:xfrm>
            <a:off x="7415417" y="3668984"/>
            <a:ext cx="16489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Harmonized table (sanitized data)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56BA51-E4C9-6C76-7D9D-043B6428F33C}"/>
              </a:ext>
            </a:extLst>
          </p:cNvPr>
          <p:cNvSpPr txBox="1"/>
          <p:nvPr/>
        </p:nvSpPr>
        <p:spPr>
          <a:xfrm>
            <a:off x="7506399" y="172124"/>
            <a:ext cx="4122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70A0ED-67B4-7C71-DBA8-FBFC72C21BD0}"/>
              </a:ext>
            </a:extLst>
          </p:cNvPr>
          <p:cNvSpPr txBox="1"/>
          <p:nvPr/>
        </p:nvSpPr>
        <p:spPr>
          <a:xfrm>
            <a:off x="6856702" y="563009"/>
            <a:ext cx="44308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Goal: Combine and harmonize data</a:t>
            </a:r>
          </a:p>
          <a:p>
            <a:r>
              <a:rPr lang="en-US" dirty="0"/>
              <a:t>Antibiotics spelling</a:t>
            </a:r>
          </a:p>
          <a:p>
            <a:r>
              <a:rPr lang="en-US" dirty="0"/>
              <a:t>Province spelling</a:t>
            </a:r>
          </a:p>
          <a:p>
            <a:r>
              <a:rPr lang="en-US" dirty="0"/>
              <a:t>Harmonize Units</a:t>
            </a:r>
            <a:br>
              <a:rPr lang="en-US" dirty="0"/>
            </a:br>
            <a:r>
              <a:rPr lang="en-US" dirty="0"/>
              <a:t>Remove duplicates</a:t>
            </a:r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F3933AC6-6CA2-5DD0-73AA-6B1414BCA09F}"/>
              </a:ext>
            </a:extLst>
          </p:cNvPr>
          <p:cNvSpPr/>
          <p:nvPr/>
        </p:nvSpPr>
        <p:spPr>
          <a:xfrm>
            <a:off x="5658639" y="3874623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A087EB-D095-D282-FB2C-475CF67AFBD2}"/>
              </a:ext>
            </a:extLst>
          </p:cNvPr>
          <p:cNvSpPr/>
          <p:nvPr/>
        </p:nvSpPr>
        <p:spPr>
          <a:xfrm>
            <a:off x="2663852" y="4416550"/>
            <a:ext cx="2766349" cy="87217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B2AD17-E101-31BA-90BC-0C13219B5344}"/>
              </a:ext>
            </a:extLst>
          </p:cNvPr>
          <p:cNvSpPr txBox="1"/>
          <p:nvPr/>
        </p:nvSpPr>
        <p:spPr>
          <a:xfrm>
            <a:off x="3195029" y="4629819"/>
            <a:ext cx="17039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Foreign  papers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FAADB0-AEDB-8944-6702-09C09D7CDB3C}"/>
              </a:ext>
            </a:extLst>
          </p:cNvPr>
          <p:cNvSpPr txBox="1"/>
          <p:nvPr/>
        </p:nvSpPr>
        <p:spPr>
          <a:xfrm>
            <a:off x="2687100" y="1476504"/>
            <a:ext cx="1328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Raw_Zhang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2A9C8F3-AA00-A9B4-71F7-E0236504AB3D}"/>
              </a:ext>
            </a:extLst>
          </p:cNvPr>
          <p:cNvSpPr txBox="1"/>
          <p:nvPr/>
        </p:nvSpPr>
        <p:spPr>
          <a:xfrm>
            <a:off x="2648862" y="4008502"/>
            <a:ext cx="2170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Raw_Supplement_1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29FC209-06E2-CD6C-163F-A3F8EBCA3ED8}"/>
              </a:ext>
            </a:extLst>
          </p:cNvPr>
          <p:cNvSpPr txBox="1"/>
          <p:nvPr/>
        </p:nvSpPr>
        <p:spPr>
          <a:xfrm>
            <a:off x="2630182" y="5461525"/>
            <a:ext cx="2170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Raw_Supplement_2</a:t>
            </a:r>
          </a:p>
        </p:txBody>
      </p:sp>
    </p:spTree>
    <p:extLst>
      <p:ext uri="{BB962C8B-B14F-4D97-AF65-F5344CB8AC3E}">
        <p14:creationId xmlns:p14="http://schemas.microsoft.com/office/powerpoint/2010/main" val="28734783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25137</TotalTime>
  <Words>69</Words>
  <Application>Microsoft Macintosh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Meier</dc:creator>
  <cp:lastModifiedBy>Michael Meier</cp:lastModifiedBy>
  <cp:revision>3</cp:revision>
  <dcterms:created xsi:type="dcterms:W3CDTF">2026-04-27T08:18:21Z</dcterms:created>
  <dcterms:modified xsi:type="dcterms:W3CDTF">2026-05-14T19:15:25Z</dcterms:modified>
</cp:coreProperties>
</file>