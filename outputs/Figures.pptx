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3"/>
  </p:normalViewPr>
  <p:slideViewPr>
    <p:cSldViewPr snapToGrid="0">
      <p:cViewPr varScale="1">
        <p:scale>
          <a:sx n="110" d="100"/>
          <a:sy n="110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92A15D-6E05-C448-885A-329F28F65702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58BD57-6497-A842-A239-559EDCCBE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70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Plots </a:t>
            </a:r>
            <a:r>
              <a:rPr lang="en-US"/>
              <a:t>made in Script </a:t>
            </a:r>
            <a:r>
              <a:rPr lang="en-US" dirty="0"/>
              <a:t>R/analysis/</a:t>
            </a:r>
            <a:r>
              <a:rPr lang="en-US" dirty="0" err="1"/>
              <a:t>province_group_by_antibiotics.R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58BD57-6497-A842-A239-559EDCCBEF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690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7DB25-0F3D-0A77-EF79-72D56DE9B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F0A0D0-AA05-DC0F-6824-C18D10B44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D7220-60DD-C865-3C02-CD669541C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1E3B7-8AA4-7743-0C45-3E25350E4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ED2D4-901B-0963-04CC-35D2B0EA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0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D90A6-4D1A-A00F-95BD-0634F6E8E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ECFE8-F7A5-1694-83E8-35A7C647B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B4D84-B7EF-908A-EDC4-8CC4DBB1D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92864-DEDE-89AC-4CF5-2097AF320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9BFDE-EB7B-7F57-2100-296537EAC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255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7090A-7B27-AF19-F61B-832B93481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09D76-57AE-1279-02B3-B5ABAA5C1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886CA-D3A1-07B9-545D-BD102AD62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02365-6646-350C-5DA3-ACD12D727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5F55F-7A99-5FDB-85A4-CEC9D6083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05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D8901-E901-FD99-5330-5A3652FE3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1D3A5-9B3A-C4EE-2F89-F0D7EC677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0F07F-2EFC-18DF-8CC4-1C49FD65C6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A4CF5-7214-5A76-05F8-A04734489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8FC0-608C-67B7-BCA2-3743F8184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43DD4-E845-F981-D84D-20DC3C21B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47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7480B-FFA1-18C4-B392-621FC5BAF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A9914-1F57-B255-F240-2BC70A64F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F90BE-5477-A770-C04C-0A9F088B0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4BDBF0-2BE9-5BC8-E02A-133E2F52AA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BE41C6-A3E5-844E-F4CB-ACC0191F44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F6D369-845B-E9DA-9C8B-6C5508503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7C39D5-1B24-F325-25D4-8A38B37DA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C18EFE-B1BE-8441-1A98-CBEB411A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630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100B5-794C-37C3-805B-8EA204A27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53BF22-2C26-5451-4026-C4D88D35E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797DFF-80B0-767A-B03B-1E12A2028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E27D78-1473-5195-FC29-F83F86CBE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798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1AAD43-20A5-5C3A-49D5-0CDD71480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569FD1-1FC4-D21B-612D-9EACC10B4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F6676-F436-E975-EB98-2408CB30C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0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826A5-EC8D-211A-40C6-39D621E18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85802-8572-E06C-4B1A-AE925BE77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04DE52-6747-7793-0D1E-CADA71891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BB441-FBF2-5858-CEB3-A790EE242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1C7C-C0A6-F3A3-F005-7E10967C7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21657-C0AB-581F-AED4-968F46E90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94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CBA6B-0294-4ECD-4938-BB2652170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984FBB-EAA5-20DE-9BCC-0CB8FC9F8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7D03E-7183-7C49-AC78-4751AFF96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A734E-CCD4-D407-10F0-FD926538A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DBCB6-F186-8E9D-1039-C8957DECB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2ACCB-BA3C-90A5-DCB2-8577323F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14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966A-EBC6-34E9-8C2D-0BED4E7B3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9DD980-0A99-CD5C-8C83-86C45C8AD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CFA74-D0CD-12D8-5A27-54508F2DC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A7F5E-AC1A-7CC4-83EE-38DE00B6E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9CB11-1E47-746A-8F10-033B053F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259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4DDB55-6286-DB70-8465-5E551B56BA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2ACCB-62C4-BCEC-B0E0-2D24A7826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27F48-5B67-1683-D0DB-A530D4F2E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96C76-CD1D-126C-45CB-64A944198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B34F5-6156-9806-4EDE-A76DE64CA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46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A246BC-240F-75FA-0E45-E82C7BADA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31F84-8EC4-3A99-7182-FC31EB462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CA5A8-78B3-9146-8DA2-57E9833FD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3F98B-55DF-0D46-8B04-FEC3626F8B4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844FF-59AD-4491-7DFD-61756D765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91841-9C07-3044-C240-87DF7723BC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F5844-C680-8540-B3F7-A1DD5FA0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08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94DE93B-3EDF-5FF8-0B4F-0B8D233B6473}"/>
              </a:ext>
            </a:extLst>
          </p:cNvPr>
          <p:cNvGrpSpPr/>
          <p:nvPr/>
        </p:nvGrpSpPr>
        <p:grpSpPr>
          <a:xfrm>
            <a:off x="846479" y="956736"/>
            <a:ext cx="10876755" cy="4944527"/>
            <a:chOff x="846479" y="956736"/>
            <a:chExt cx="10876755" cy="494452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13EDDEF-03D2-E428-2D2F-3F6ECAE6C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6479" y="1215462"/>
              <a:ext cx="5100545" cy="442707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194D179-C661-F710-B0A4-C70FC8DAB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47024" y="956736"/>
              <a:ext cx="5776210" cy="4944527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341A64-1242-2C4E-595B-5CBE90F3BB59}"/>
              </a:ext>
            </a:extLst>
          </p:cNvPr>
          <p:cNvSpPr txBox="1"/>
          <p:nvPr/>
        </p:nvSpPr>
        <p:spPr>
          <a:xfrm>
            <a:off x="647124" y="1309869"/>
            <a:ext cx="32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EC078B-C7EE-7238-FCBE-A7516C5FAD73}"/>
              </a:ext>
            </a:extLst>
          </p:cNvPr>
          <p:cNvSpPr txBox="1"/>
          <p:nvPr/>
        </p:nvSpPr>
        <p:spPr>
          <a:xfrm>
            <a:off x="6096000" y="130986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775036-C17A-BEA5-0CA5-7140A5D09C4C}"/>
              </a:ext>
            </a:extLst>
          </p:cNvPr>
          <p:cNvSpPr txBox="1"/>
          <p:nvPr/>
        </p:nvSpPr>
        <p:spPr>
          <a:xfrm>
            <a:off x="3368233" y="65281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38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</Words>
  <Application>Microsoft Macintosh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Meier</dc:creator>
  <cp:lastModifiedBy>Michael Meier</cp:lastModifiedBy>
  <cp:revision>1</cp:revision>
  <dcterms:created xsi:type="dcterms:W3CDTF">2026-04-20T08:10:41Z</dcterms:created>
  <dcterms:modified xsi:type="dcterms:W3CDTF">2026-04-20T08:16:19Z</dcterms:modified>
</cp:coreProperties>
</file>