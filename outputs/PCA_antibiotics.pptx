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>
        <p:scale>
          <a:sx n="97" d="100"/>
          <a:sy n="97" d="100"/>
        </p:scale>
        <p:origin x="9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EE4B-B881-8D77-DFE5-7E1EE958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1F60E-13AA-CDC0-6EF9-F6F72C71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77919-FD2D-8D56-1E5C-AF09A449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F499-86B8-29E5-46E0-69985D17F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AACD-36C4-1DFE-1F27-E4E394CF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1D1E-EA54-8696-BBB0-E9D16D75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E99F-AD9D-C850-F53D-5E06B63B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11786-9D71-8808-9B25-5573259E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BC2BF-700E-083D-6470-F637EE2B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26F5-1436-CB01-478D-3D35225D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57F9-DBE5-03E5-9E12-A16E3C02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9CB24-1C81-54E6-EB4B-172A7B584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FC35-435B-B274-0460-15CDFA3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92788-86E0-AE51-D3C7-6E3A1F78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FEE5-8269-D1B9-7AD0-F9BF509E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8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4DFE-9B4F-3AAC-BE21-90C3C101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6798-D3F9-1C7A-5054-815BB8569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8DA2F-10A1-72E9-970F-DC24EDEB4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1E99E-1337-C42E-71AE-E12F62DB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53247-DD23-00DC-FB4E-C14A3BAE1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8DAC2-59F6-D89D-D500-48C308DC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2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C6A5-8981-F98C-F193-6BF5D83B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902F-884D-11E4-80F0-9A827059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11A22-635C-F7A6-9A68-E135FDB12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ECE0B-6152-85EB-B756-A5AC12837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BC1B6-87BA-F342-321B-FDB4B67D1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C2AB3-695A-1ED5-933C-884D1166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4BBD8-6A61-133B-1EE3-D274B437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C5017-3FB1-EEA2-D3EE-45B62481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0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9C13-B592-52B0-EA82-0337B2BF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1C04F-D7A5-6399-0D7C-E69A1360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4FEEE-9DBA-23F1-CFA4-7A300C7C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03937-19E7-B04C-640B-4B94B5A9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5B6877-A46C-5D8A-EA44-933DDE4B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3B8D9-895A-8B7E-E8C0-B55C8C68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2EE18-7D3A-C3BC-F5B6-5803C6EA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FB1F-CA24-8A0F-67E1-ADE827A3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2750-696B-A4AD-A4A0-3701DEA25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D5801-5ECC-280D-9866-BA96E30AD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74A97-3F30-BD92-33F9-ACE4D253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F64BF-76D2-A97E-D89D-558C21DB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4E63C-796A-F7D9-5961-1E8D49B8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26A3-A852-9DAA-7877-3C95409B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01B4D-6677-B752-FB56-29EA25D48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56DA9-1595-EA48-13CA-1DDAC3032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68761-007E-7983-AD6C-DAF4AAC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5CE92-2698-9535-5A2F-58590F34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EF2CE-FB2D-88AE-DF1D-06ADE5EC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6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6EC6-9DAA-63E1-6B61-083FF78D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7A277-C74E-938B-1111-6B831AFD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BD32D-3FBE-A291-5828-40719B03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292D-4272-BEBD-2537-2C592534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A1DE0-B8D9-77B4-EA2C-9EA13772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4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608EE-DA01-4C1A-1D25-1700D9AD0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D1EAF-65B1-863E-E583-469744C81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CC418-6DBB-5D45-93B1-5E67A5CA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A1F4-5A59-4E2E-5118-D566FEC5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B233D-55FF-2116-5CD5-A781E46C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4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0B06C-1687-3281-2F85-03E62B4B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D80FC-41C3-6DA1-90F6-F3AE4B2A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B1BCF-44D1-5EE4-DACC-DCDD44DF1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783B4-6BF7-1A49-9258-DF32D270F55C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0F71-729C-F820-4BB7-F6C526334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2BC13-AB41-321E-C09C-2F8833E29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14BE5-6F8F-934E-9199-0B7A901E2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5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F43ED-51E5-8A73-B922-E02DEE4D6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3" y="77662"/>
            <a:ext cx="9042545" cy="5739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7F6C1-9EBC-D17E-F8CE-2C966F52374F}"/>
              </a:ext>
            </a:extLst>
          </p:cNvPr>
          <p:cNvSpPr txBox="1"/>
          <p:nvPr/>
        </p:nvSpPr>
        <p:spPr>
          <a:xfrm>
            <a:off x="0" y="5816841"/>
            <a:ext cx="9348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PCA using environmental antibiotics concentrations (Zhang) and Antibiotics resistance data (CARSS)  for each province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D9393-F423-B29A-70EB-3E3A3BEFFF13}"/>
              </a:ext>
            </a:extLst>
          </p:cNvPr>
          <p:cNvSpPr txBox="1"/>
          <p:nvPr/>
        </p:nvSpPr>
        <p:spPr>
          <a:xfrm>
            <a:off x="0" y="6124618"/>
            <a:ext cx="119618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 groups distinguished by K-means clustering. These groups of provinces have similar patterns of antibiotic resistance and environmental contamination.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sz="1400" dirty="0"/>
              <a:t>Compare resistance to antibiotics and sediment antibiotics concentrations  between three groups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sz="1400" dirty="0"/>
              <a:t>What do provinces in each group have in common? (look at yearbook statistics)</a:t>
            </a:r>
          </a:p>
        </p:txBody>
      </p:sp>
    </p:spTree>
    <p:extLst>
      <p:ext uri="{BB962C8B-B14F-4D97-AF65-F5344CB8AC3E}">
        <p14:creationId xmlns:p14="http://schemas.microsoft.com/office/powerpoint/2010/main" val="959907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Meier</dc:creator>
  <cp:lastModifiedBy>Michael Meier</cp:lastModifiedBy>
  <cp:revision>1</cp:revision>
  <dcterms:created xsi:type="dcterms:W3CDTF">2026-04-18T12:30:25Z</dcterms:created>
  <dcterms:modified xsi:type="dcterms:W3CDTF">2026-04-18T12:38:01Z</dcterms:modified>
</cp:coreProperties>
</file>